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4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19" r:id="rId11"/>
    <p:sldId id="427" r:id="rId12"/>
    <p:sldId id="42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 varScale="1">
        <p:scale>
          <a:sx n="82" d="100"/>
          <a:sy n="82" d="100"/>
        </p:scale>
        <p:origin x="14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609600" y="2459037"/>
            <a:ext cx="7315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Team no.3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MLA0405 – Deep Learning 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					Students Name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Dr.A.M.Arul Raj 			       N.Akshaya-192425129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Professor						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A.Yoga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Madha -192425058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G.Harshitha-192372384                             SIMATS Engineering    	       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CED131-648E-DD4F-D3E1-AD0502A3AC62}"/>
              </a:ext>
            </a:extLst>
          </p:cNvPr>
          <p:cNvSpPr txBox="1"/>
          <p:nvPr/>
        </p:nvSpPr>
        <p:spPr>
          <a:xfrm>
            <a:off x="609600" y="13716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Convolutional Neural Network -Based Approach For Signature Forgery Detection In Documents</a:t>
            </a: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60" y="1174416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468"/>
            <a:ext cx="7848600" cy="475800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Deep Convolutional Neural Network (DCNN)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detect forged and genuine signatures automatically.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Preprocesses signature images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resizing, grayscale conversion, and normalization to improve model performance.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important signature features automatically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without requiring manual feature engineering.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signatures accurately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as genuine or forged using deep learning techniques.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performance metrics such as Accuracy, Precision, Recall, F1-Score, and Confusion Matrix.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4" y="115049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27" y="1724215"/>
            <a:ext cx="7730347" cy="513378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Convolutional Neural Network (DCNN)-based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accurately detecting forged signatures in documents by automatically learning signature features and classifying signatures as genuine or forged.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genuine and forged signature images for model training and testing.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Convolutional Neural Network (DCNN) for accurate classification of signatures as genuine or forged.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proposed model using metrics such as Accuracy, Precision, Recall, and F1-Score.</a:t>
            </a:r>
          </a:p>
          <a:p>
            <a:pPr marL="82296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442" y="116766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738" y="1828800"/>
            <a:ext cx="7660757" cy="48926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verification is an important process used to authenticate documents and prevent fraud in banking, legal, and business applications.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signature verification is time-consuming, subjective, and prone to human errors, making automated solutions essential.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techniques, especially Deep Convolutional Neural Networks (DCNNs), can automatically learn complex features from signature images.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DCNN-based approach improves the accuracy and reliability of distinguishing genuine signatures from forged ones.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preprocesses signature images and classifies them as genuine or forged using a trained deep learning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56" y="1183272"/>
            <a:ext cx="8507730" cy="440406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 &amp; Requirement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B5021AF-5820-45F8-8E9E-0CED0253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84E39F-03A8-CFBC-74E4-3EDE409D1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99510"/>
              </p:ext>
            </p:extLst>
          </p:nvPr>
        </p:nvGraphicFramePr>
        <p:xfrm>
          <a:off x="529047" y="1636119"/>
          <a:ext cx="8462553" cy="4914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153">
                  <a:extLst>
                    <a:ext uri="{9D8B030D-6E8A-4147-A177-3AD203B41FA5}">
                      <a16:colId xmlns:a16="http://schemas.microsoft.com/office/drawing/2014/main" val="24271026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9609571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695952792"/>
                    </a:ext>
                  </a:extLst>
                </a:gridCol>
                <a:gridCol w="1835331">
                  <a:extLst>
                    <a:ext uri="{9D8B030D-6E8A-4147-A177-3AD203B41FA5}">
                      <a16:colId xmlns:a16="http://schemas.microsoft.com/office/drawing/2014/main" val="3749622596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133477549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719063072"/>
                    </a:ext>
                  </a:extLst>
                </a:gridCol>
                <a:gridCol w="1359627">
                  <a:extLst>
                    <a:ext uri="{9D8B030D-6E8A-4147-A177-3AD203B41FA5}">
                      <a16:colId xmlns:a16="http://schemas.microsoft.com/office/drawing/2014/main" val="366407046"/>
                    </a:ext>
                  </a:extLst>
                </a:gridCol>
              </a:tblGrid>
              <a:tr h="353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9403928"/>
                  </a:ext>
                </a:extLst>
              </a:tr>
              <a:tr h="76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 – Deep Learning-Based Offline Signature Verification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 image preprocessing and deep 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forgery detection accuracy with reduced false positives.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4471837"/>
                  </a:ext>
                </a:extLst>
              </a:tr>
              <a:tr h="908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Systems with Applications – Signature Forgery Detection Using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 signature classification using image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Transfer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classification performance for genuine and forged signatures.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2348584"/>
                  </a:ext>
                </a:extLst>
              </a:tr>
              <a:tr h="908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Recognition Letters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feature extraction from signature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verification accuracy and robustness against skilled forgeries.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709164"/>
                  </a:ext>
                </a:extLst>
              </a:tr>
              <a:tr h="908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Information Forensics and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 verification using deep neural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Produced reliable authentication with lower error rates than traditional methods.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2294834"/>
                  </a:ext>
                </a:extLst>
              </a:tr>
              <a:tr h="76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 &amp;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preprocessing and signature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forgery detection accuracy but required a large training dataset.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6086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235" y="2353452"/>
            <a:ext cx="7086600" cy="359014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signature verification is time-consuming, inconsistent, and prone to human errors, making it difficult to accurately detect forged signatures in important documents.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signature verification methods rely on handcrafted features and often fail to identify skilled forgeries, highlighting the need for an accurate and automated Deep Convolutional Neural Network (DCNN)-based detection system.</a:t>
            </a:r>
          </a:p>
          <a:p>
            <a:pPr marL="365760" indent="-28346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60" y="123348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66800" y="2133599"/>
            <a:ext cx="7086600" cy="4222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Signature authentication is mainly performed by human experts, making the process slow and prone to errors.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feature extraction: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Existing methods rely on handcrafted features, which are often ineffective in detecting skilled forgeries.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accuracy: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Conventional machine learning techniques may fail to capture complex signature patterns, resulting in lower detection accuracy.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Existing systems require significant manual effort and are not suitable for processing large volumes of documents efficiently.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063724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651977" y="1656218"/>
            <a:ext cx="7774940" cy="4899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Convolutional Neural Network (DCNN)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automatically learn and extract important signature features from document images.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applies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techniques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as noise removal, resizing, and normalization to improve signature analysis.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signature patterns are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DCNN model to differentiate between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genuine and forged signatures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accurate approach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automatic signature verification and forgery detection.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human effort and improves the reliability of document authentication processes.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041303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Overall System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Architecturel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Design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A490FB-1718-2ECD-A1A2-17AE85C80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8800"/>
            <a:ext cx="8229600" cy="464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60936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&amp; 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5E29-3909-BB2C-BA0E-835AACDF4EE6}"/>
              </a:ext>
            </a:extLst>
          </p:cNvPr>
          <p:cNvSpPr txBox="1">
            <a:spLocks/>
          </p:cNvSpPr>
          <p:nvPr/>
        </p:nvSpPr>
        <p:spPr>
          <a:xfrm>
            <a:off x="1600200" y="2856924"/>
            <a:ext cx="7086600" cy="1447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and Preprocessing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Deep CNN-Based Signature Forgery Detection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Performance Evaluation and Result Analysis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SE-Computer Science and Engineering">
            <a:extLst>
              <a:ext uri="{FF2B5EF4-FFF2-40B4-BE49-F238E27FC236}">
                <a16:creationId xmlns:a16="http://schemas.microsoft.com/office/drawing/2014/main" id="{0344E78E-39F4-4F86-F93E-1F8D35998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2147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60" y="1176374"/>
            <a:ext cx="7499350" cy="652426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838200" y="1828800"/>
            <a:ext cx="784860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Signature forgery in documents is a major challenge that affects document security and authentication due to the limitations of traditional manual verification methods.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proposed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DCNN-based signature forgery detection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an automated approach by using image preprocessing and deep learning techniques to extract signature features and classify signatures as genuine or forged.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improves the accuracy, speed, and reliability of signature verification while reducing human effort in document authentication.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project demonstrates the importance of deep learning in developing secure and efficient solutions for detecting signature fraud in digital documents.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60" y="1136316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407670" y="2057400"/>
            <a:ext cx="843153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LeCun, Y., Bengio, Y., &amp; Hinton, G. (2015).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Nature, 521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436–444.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Hafemann, L. G., Sabourin, R., &amp; Oliveira, L. S. (2017).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Features for Offline Handwritten Signature Verification Using Deep Convolutional Neural Networks.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Recognition, 70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163–176.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Dey, S., Dutta, A., Toledo, J. I., et al. (2017). 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Convolutional Siamese Network for Writer Independent Offline Signature Verification.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Document Analysis and Recognition (ICDAR).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He, K., Zhang, X., Ren, S., &amp; Sun, J. (2016).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on Computer Vision and Pattern Recognition (CVPR).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I., Bengio, Y., &amp; Courville, A. (2016).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MIT Press.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6013</TotalTime>
  <Words>1101</Words>
  <Application>Microsoft Office PowerPoint</Application>
  <PresentationFormat>On-screen Show (4:3)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宋体</vt:lpstr>
      <vt:lpstr>Arial</vt:lpstr>
      <vt:lpstr>AvantGarde</vt:lpstr>
      <vt:lpstr>Calibri</vt:lpstr>
      <vt:lpstr>Calibri Light</vt:lpstr>
      <vt:lpstr>Times New Roman</vt:lpstr>
      <vt:lpstr>Wingdings 2</vt:lpstr>
      <vt:lpstr>Office Theme</vt:lpstr>
      <vt:lpstr>PowerPoint Presentation</vt:lpstr>
      <vt:lpstr>Abstract </vt:lpstr>
      <vt:lpstr>Aim and Objective </vt:lpstr>
      <vt:lpstr>Introduction</vt:lpstr>
      <vt:lpstr>Literature Review &amp; Requirement Analysis</vt:lpstr>
      <vt:lpstr>Problem Statement</vt:lpstr>
      <vt:lpstr>Existing System </vt:lpstr>
      <vt:lpstr>Proposed  System </vt:lpstr>
      <vt:lpstr>Overall System Architecturel Design </vt:lpstr>
      <vt:lpstr>Design &amp; Module Planning</vt:lpstr>
      <vt:lpstr>Conclusion</vt:lpstr>
      <vt:lpstr>References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akshaya nallani</cp:lastModifiedBy>
  <cp:revision>426</cp:revision>
  <dcterms:created xsi:type="dcterms:W3CDTF">2000-07-06T15:05:59Z</dcterms:created>
  <dcterms:modified xsi:type="dcterms:W3CDTF">2026-08-01T02:52:02Z</dcterms:modified>
</cp:coreProperties>
</file>